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Cacheovanie a Monitoring databázy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749039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77777"/>
                </a:solidFill>
              </a:rPr>
              <a:t>Matúš Maštena  |  III.IST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343400"/>
            <a:ext cx="2286000" cy="36576"/>
          </a:xfrm>
          <a:prstGeom prst="rect">
            <a:avLst/>
          </a:prstGeom>
          <a:solidFill>
            <a:srgbClr val="4A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Obsah prezentácie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Cacheovanie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Čo je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Vrstvy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Stratégie vyradenia (LRU, LFU, FIFO)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Cachovacie systémy (Redis, Memcached, sccache)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Databázová cache a invalidácia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Monitoring databázy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Kľúčové metriky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Slow Query Log a EXPLAIN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Nástroje (Grafana, Prometheus, PMM)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Alerting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8016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2E2E2E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83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4A9EDB"/>
                </a:solidFill>
              </a:rPr>
              <a:t>Cacheovanie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343400"/>
            <a:ext cx="10515600" cy="36576"/>
          </a:xfrm>
          <a:prstGeom prst="rect">
            <a:avLst/>
          </a:prstGeom>
          <a:solidFill>
            <a:srgbClr val="4A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Čo je Cache?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Základná myšlienka: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uchovaj výsledok na rýchlejšom mieste, aby si ho nemusel počítať znova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Cache hit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dáta sú v cache → odpoveď okamžite, bez čítania z disku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Cache miss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dáta chýbajú → načítajú sa zo zdroja a uložia do cache pre ďalšie použitie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Prečo to funguje?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väčšina aplikácií číta tie isté dáta znova a znova (napr. homepage, profil)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Analógia: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cache = poznámky v zošite; databáza = celá knižnica — poznámky nájdeš oveľa rýchlejšie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Číslo: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RAM je ~100× rýchlejšia ako SSD, SSD je ~10× rýchlejšia ako HDD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Prečo cachujeme?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Rýchlosť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dotaz do DB trvá 50–200 ms; z cache menej ako 1 ms — 100× rýchlejšie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Škálovateľnosť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server zvládne oveľa viac používateľov naraz, keď nemusí zakaždým čítať z disku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Menej záťaže na DB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rovnaký dotaz sa nevykoná tisíckrát — databáza dostane len zlomok požiadaviek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Reálny príklad: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Instagram cachuje počty likov — číta z cache, do DB zapisuje len občas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Ďalší príklad: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Google vyhľadávanie — výsledky populárnych dopytov sú cachované, nie vždy počítané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Vrstvy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CPU cache (L1/L2/L3)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priamo v procesore, ~1 ns — najrýchlejšia, ale len pár MB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RAM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operačná pamäť, ~100 ns — rýchla, desiatky GB, stratená po vypnutí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Aplikačná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Redis, Memcached — ukladá výsledky dotazov v RAM servera, ~1 ms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Databázová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Buffer Pool v MySQL — DB si drží v pamäti dáta, ktoré číta najčastejšie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CDN (Content Delivery Network)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servery po svete cachujú obrázky a videá — YouTube, Netflix to tak robia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Zákon: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čím bližšie k procesoru = rýchlejšie, drahšie, menšie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Stratégie vyradenia z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Problém: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cache má obmedzenú veľkosť — keď je plná, niečo musí vyletieť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LRU — Least Recently Used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vyhodí sa záznam, ku ktorému sa najdlhšie nepristupovalo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predstav si to ako pracovný stôl — čo si dlho nepoužíval, odložíš do šuplíka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LFU — Least Frequently Used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vyhodí sa záznam, ktorý bol použitý najmenej krát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spotify analógia: piesne, ktoré si počúval len raz, sa vypnú z offline zoznamu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FIFO — First In First Out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vyhodí sa najstarší záznam, bez ohľadu na to, či ho používaš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TTL — Time To Live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záznam má nastavenú platnosť (napr. 5 minút) — potom automaticky vyprší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Cachovacie systémy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Redis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ukladá dáta priamo v RAM ako dvojice kľúč–hodnota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príklady použitia: ukladanie prihlásení, počítadlá, rýchle vyhľadávanie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Twitter, GitHub, Stack Overflow — všetci používajú Redis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Memcached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jednoduchší ako Redis, veľmi rýchly — len základný kľúč-hodnota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vhodný keď nepotrebuješ nič extra — len rýchlo uložiť a načítať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sccache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cache pre kompilátor kódu — ukladá výsledky prekladu Rust/C/C++ súborov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RUSTC_WRAPPER=sccache — compiler skontroluje cache pred každým prekladom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veľké projekty: namiesto 10 minút kompilácia trvá 30 sekúnd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Cache v databáze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Buffer Pool (InnoDB/MySQL)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si drží časti dát priamo v RAM, aby nemusela čítať z disku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cieľ: väčšina dotazov by mala nájsť dáta v pamäti, nie na disku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nastavuje sa na 60–80 % RAM servera — najdôležitejší parameter MySQL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Query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si pamätá výsledok SQL dotazu — rovnaký dotaz vráti uloženú odpoveď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 MySQL 8.0 odstránená — globálne zamykanie spôsobovalo problémy pri veľkej záťaži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Materialized View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uložený výsledok zložitého dotazu ako tabuľka — dotaz sa neráta zakaždým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Cache invalidácia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Problém: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dáta v databáze sa zmenili, ale cache stále vracia starú hodnotu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TTL (Time To Live)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každý záznam má nastavenú dobu platnosti — po vypršaní sa automaticky zmaže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príklad: cena produktu platí 5 minút, potom sa načíta znova z DB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Aktívna invalidácia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keď sa dáta zmenia, aplikácia okamžite zmaže zodpovedajúci záznam v cache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príklad: používateľ zmení heslo → cache s jeho profilom sa okamžite vymaže</a:t>
            </a:r>
          </a:p>
          <a:p>
            <a:pPr marL="342900" indent="-342900">
              <a:spcBef>
                <a:spcPts val="600"/>
              </a:spcBef>
              <a:buClr>
                <a:srgbClr val="4A9EDB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Záver: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invalidácia cache je jedna z najťažších vecí v programovaní — vždy treba vedieť kedy sú dáta neaktuálne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8016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2E2E2E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83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4ECDC4"/>
                </a:solidFill>
              </a:rPr>
              <a:t>Monitoring databázy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343400"/>
            <a:ext cx="10515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Prečo monitorovať databázu?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Bez monitoringu: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"aplikácia je pomalá" — nevieš prečo, nevieš kde, nevieš od kedy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S monitoringom: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"SELECT na tabuľke orders trvá 4 sekundy, chýba index na stĺpci user_id"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Včasné odhalenie problémov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zachytíš problém skôr ako ho pocítia používatelia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Rast dát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sleduješ koľko miesta DB zaberá — plánuješ kedy budeš potrebovať väčší disk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Bezpečnosť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zachytíš neúspešné pokusy o prihlásenie alebo neobvyklé dotazy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Reálny dôsledok: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Amazon spočítal, že každých 100 ms oneskorenia = -1 % tržieb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Čo sledujeme pri monitoringu?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Rýchlosť dotazov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priemerná doba odozvy SQL dotazov — ideálne pod 100 ms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Počet dotazov za sekundu (QPS)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koľko dotazov DB spracuje — pomáha sledovať záťaž a rast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CPU a RAM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ak je CPU dlhodobo nad 90 %, niečo nie je v poriadku — pravdepodobne chýba index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Miesto na disku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rastie — nečakane plný disk = výpadok celej aplikácie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Počet pripojení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každé spojenie zaberá pamäť — príliš veľa a DB odmietne ďalšie používateľov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Chybové hlásenia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opakujúce sa chyby naznačujú problém v kóde alebo v štruktúre databázy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Slow Query Log a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Slow Query Log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automaticky zapisuje dotazy, ktoré trvali dlhšie ako nastavený limit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MySQL: SET GLOBAL slow_query_log = 1;  SET GLOBAL long_query_time = 1;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výsledok: log súbor so všetkými pomalými dotazmi — vieš presne čo optimalizovať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EXPLAIN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príkaz ukáže plán vykonania dotazu — bez toho aby ho skutočne spustil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EXPLAIN SELECT * FROM users WHERE email = 'matus@skola.sk';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type: ALL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prehľadáva každý riadok tabuľky — najpomalší možný prístup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type: ref / eq_ref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databáza použila index — vyhľadá len niekoľko riadkov namiesto celej tabuľky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Nástroje pre monitoring databázy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MySQL Workbench / pgAdmin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zadarmo, od výrobcu — grafické rozhranie, EXPLAIN vizualizácia, zoznam procesov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Prometheus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open-source nástroj zbierajúci metriky z databázy každých pár sekúnd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Grafana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vizualizuje metriky z Promethea — grafy, dashboardy, história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Prometheus + Grafana = najrozšírenejší open-source monitoring stack vo firmách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Percona PMM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špeciálne navrhnutý pre MySQL a PostgreSQL — ukáže pomalé dotazy s odporúčaniami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Datadog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komerčný SaaS nástroj — monitoruje DB aj celú aplikáciu, pošle alert pri probléme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Čo je alerting?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automatické upozornenie keď metrika prekročí nastavený prah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bez alertingu by musel niekto pozerať na dashboardy 24/7 — čo nikto nechce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Warning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hodnota sa blíži k problémovej hranici — treba sledovať, zatiaľ nie je kritická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Critical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hodnota presiahla kritický limit — treba okamžite zasiahnuť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Príklady prahov: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CPU &gt; 90 %,  voľné miesto na disku &lt; 10 %,  dotaz trvá &gt; 5 sekúnd</a:t>
            </a:r>
          </a:p>
          <a:p>
            <a:pPr marL="342900" indent="-342900">
              <a:spcBef>
                <a:spcPts val="600"/>
              </a:spcBef>
              <a:buClr>
                <a:srgbClr val="4ECDC4"/>
              </a:buClr>
              <a:buChar char="•"/>
            </a:pPr>
            <a:r>
              <a:rPr sz="1500" b="1">
                <a:solidFill>
                  <a:srgbClr val="FFFFFF"/>
                </a:solidFill>
              </a:rPr>
              <a:t>Kanály:</a:t>
            </a:r>
          </a:p>
          <a:p>
            <a:pPr marL="685800" indent="-342900">
              <a:spcBef>
                <a:spcPts val="200"/>
              </a:spcBef>
              <a:buClr>
                <a:srgbClr val="555555"/>
              </a:buClr>
              <a:buChar char="-"/>
            </a:pPr>
            <a:r>
              <a:rPr sz="1300">
                <a:solidFill>
                  <a:srgbClr val="C8C8C8"/>
                </a:solidFill>
              </a:rPr>
              <a:t>email, SMS, Discord, Teams — upozornenie príde tam kde tím komunikuje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Zhrnutie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</a:rPr>
              <a:t>CACHEOVANIE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Cache ukladá dáta bližšie k aplikácii — dotaz z RAM je 100× rýchlejší ako z disku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LRU, LFU, FIFO, TTL — každá stratégia rozhoduje inak čo z plnej cache vyhodiť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Redis = de facto štandard; Buffer Pool = kľúčový cache priamo v databáze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Invalidácia je najťažšia časť — dáta v cache musia zodpovedať realite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</a:rPr>
              <a:t>MONITORING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Bez monitoringu vieš len "niečo nefunguje" — s ním vieš presne čo a prečo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Sledujeme: rýchlosť dotazov, CPU, RAM, disk, počet pripojení, chyby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Slow Query Log + EXPLAIN = základné nástroje každého vývojára aj DBA</a:t>
            </a:r>
          </a:p>
          <a:p>
            <a:pPr marL="342900" indent="-342900">
              <a:spcBef>
                <a:spcPts val="300"/>
              </a:spcBef>
              <a:buClr>
                <a:srgbClr val="C8C8C8"/>
              </a:buClr>
              <a:buChar char="•"/>
            </a:pPr>
            <a:r>
              <a:rPr sz="1350" b="0">
                <a:solidFill>
                  <a:srgbClr val="C8C8C8"/>
                </a:solidFill>
              </a:rPr>
              <a:t>Grafana + Prometheus = obľúbený open-source stack zadarmo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Ďakujeme za pozornosť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C8C8"/>
                </a:solidFill>
              </a:rPr>
              <a:t>Zdroje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https://redis.io/docs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https://github.com/mozilla/sccache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https://dev.mysql.com/doc/refman/8.0/en/innodb-buffer-pool.html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https://www.postgresql.org/docs/current/sql-explain.html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https://grafana.com/docs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https://prometheus.io/docs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https://www.percona.com/software/database-tools/percona-monitoring-and-management</a:t>
            </a:r>
          </a:p>
          <a:p>
            <a:pPr marL="342900" indent="-342900">
              <a:spcBef>
                <a:spcPts val="300"/>
              </a:spcBef>
              <a:buClr>
                <a:srgbClr val="4A9EDB"/>
              </a:buClr>
              <a:buChar char="•"/>
            </a:pPr>
            <a:r>
              <a:rPr sz="1300">
                <a:solidFill>
                  <a:srgbClr val="C8C8C8"/>
                </a:solidFill>
              </a:rPr>
              <a:t>https://dataintensive.net</a:t>
            </a:r>
          </a:p>
        </p:txBody>
      </p:sp>
      <p:pic>
        <p:nvPicPr>
          <p:cNvPr id="5" name="Picture 4" descr="qr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371600"/>
            <a:ext cx="256032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397763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77777"/>
                </a:solidFill>
              </a:rPr>
              <a:t>cachequiz.vercel.app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